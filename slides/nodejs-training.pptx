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KURSUS NODE.JS 3 HARI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Sistem Aduan Pengguna KPDN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Guna anak panah, Space, atau Esc untuk gambaran keseluruhan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Bina Aplikasi Web dengan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1188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Program latihan amali 3 hari untuk pemula. Bina satu projek sebenar — Sistem Aduan Pengguna KPDN — menggunakan Node.js, Express, EJS, dan MongoDB. Nota dalam Bahasa Melayu, kod dalam Bahasa Inggeris.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663440"/>
            <a:ext cx="1389888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663440"/>
            <a:ext cx="13898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Node.js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66544" y="4663440"/>
            <a:ext cx="1389888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4" y="4663440"/>
            <a:ext cx="13898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Express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6634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663440"/>
            <a:ext cx="804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EJS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4663440"/>
            <a:ext cx="1389888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663440"/>
            <a:ext cx="1389888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MongoDB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0176" y="4663440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0176" y="4663440"/>
            <a:ext cx="153619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Mongoose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6096" y="4663440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6096" y="4663440"/>
            <a:ext cx="153619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PENGAJAR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bespokesb.com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hello@bespokesb.com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Habib bin Talib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Full Stack Software Developer · 15 tahun pengalaman membina sistem web, API, mobile, infrastruktur &amp; cloud untuk agensi kerajaan dan korporat.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89120"/>
            <a:ext cx="1682495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389120"/>
            <a:ext cx="1682495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Web /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438912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4389120"/>
            <a:ext cx="124358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Mobile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12464" y="438912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4389120"/>
            <a:ext cx="124358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DevOps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43891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65776" y="4389120"/>
            <a:ext cx="1097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Infra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438912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4389120"/>
            <a:ext cx="10972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Cloud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83479"/>
            <a:ext cx="2926080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983479"/>
            <a:ext cx="292608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Komuniti: Techtamu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2736" y="4983479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2736" y="4983479"/>
            <a:ext cx="124358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DevHub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56048" y="4983479"/>
            <a:ext cx="1536192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4983479"/>
            <a:ext cx="153619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Hasan VC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Portfolio pengajar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Pelbagai agensi kerajaan &amp; korporat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Projek &amp; latihan terpilih.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Projek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Yayasan Negeri Sembilan · Yayasan Pelajaran Johor · FIMMs · Docket Smart Selangor · Koperasi Global Mesra (KOMITED) · System Agent · Meeracle Beauty · Noir Beauty · Ferra Rossa · Zai Permai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Latihan dikendalikan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JPJ — Figma
PLPU — Generative AI (Gemini)
SUK Kedah — Laravel
NRES — Power BI
KPDN — Node.js (kursus ini)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HASIL PEMBELAJARAN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Sasaran akhir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CRUD penuh, REST API, papan pemuka, deploy ke awan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Peserta tamat dengan satu sistem web lengkap yang mereka boleh terangkan.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3551834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325922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766E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83864"/>
            <a:ext cx="3259226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Hari latihan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2651760"/>
            <a:ext cx="3551834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2798064"/>
            <a:ext cx="325922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766E"/>
                </a:solidFill>
                <a:latin typeface="Inter"/>
              </a:rPr>
              <a:t>~18j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483864"/>
            <a:ext cx="3259226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Masa kelas + lab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651760"/>
            <a:ext cx="3551834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798064"/>
            <a:ext cx="325922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766E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483864"/>
            <a:ext cx="3259226" cy="59435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Projek sebenar (KPDN)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RENTAK KELAS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Panduan masa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Laraskan rehat ikut kelajuan kelas &amp; isu persediaan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Setiap hari 6 jam — daripada konsep kepada kod yang berfungsi.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163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Blok masa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Fokus pengajar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Hasil peserta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45 min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Konsep + gambaran seni bina hari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Faham objektif hari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120 min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Pembinaan berpandu (live coding)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Kod yang berjalan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60 min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Semak hasil dalam pelayar / API client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Kelakuan disahkan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90 min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Lab variasi + soal jawab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Perubahan sendiri + ulang kaji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PETA JALAN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Struktur kursus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Dijajarkan dengan buku Node.js for Beginners (Gascón, Packt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Satu projek, dibina secara berperingkat.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Asas Node.js &amp; JavaScript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Pengenalan Node.js, persediaan (nvm/REPL/DevTools), asas JS, async, modul CJS/ESM, npm. Mula rangka Express + EJS +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Web, Express &amp; Seni Bina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Dipacu peristiwa &amp; pelayan HTTP, pengenalan pengujian, HTTP/REST, Express (EJS, routing, middleware), model &amp; CRUD.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Aplikasi Kukuh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Projek dari kosong, MongoDB/Mongoose, REST API, pengenalan auth/ralat/keselamatan, deploy.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SUSUNAN 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Alat sokongan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dotenv, nodemon, method-override, express-session, connect-flash, Tailwind (CDN)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Stack JavaScript hujung ke hujung.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Persekitaran runtime untuk jalankan JavaScript di pelayan.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679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7983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Rangka kerja web ringan — routing, middleware, dan paparan.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2735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EJS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Enjin templat untuk menjana HTML dinamik dari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1183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7487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MongoDB + Mongoose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487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Pangkalan data NoSQL dengan skema &amp; validasi melalui Mongoose.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KENAPA NODE.JS?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nota/01-kenapa-nodejs.md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Node.js berbanding teknologi lain.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95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Teknologi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Model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Paling sesuai untuk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Node.js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Event loop, I/O tak menyekat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API, masa nyata, aplikasi banyak I/O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PHP (Laravel)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Segerak (proses per permintaan)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Web tradisional, CMS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Python (Django)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Segerak (boleh async)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Sains data, AI/ML, web umum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Java (Spring)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Multi-thread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Sistem perusahaan besar, perbankan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Goroutine (concurrency)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Infrastruktur, prestasi tinggi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.NET (C#)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Multi-thread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Persekitaran Microsoft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791455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4791455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791455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Tiada yang "terbaik" untuk semua. Node.js menyerlah untuk aplikasi banyak I/O + satu bahasa (JavaScript) merentas frontend &amp;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BILA GUNA NODE.JS?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Use cases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Sesuai — dan kurang sesuai.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✅ Sangat sesuai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REST / GraphQL API · aplikasi masa nyata (chat, notifikasi, WebSocket) · backend SPA · microservices · streaming · sistem banyak I/O (portal aduan, tempahan) · alat CLI &amp; serverless.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⚠️ Kurang sesuai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Tugas berat CPU — pemprosesan imej/video, latihan AI/ML, kiraan saintifik besar. Satu utas utama boleh tersekat.
Penyelesaian: Worker Threads, job queue, atau bahasa lain.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Projek kursus (sistem aduan) = banyak I/O, tiada kiraan berat → padanan sempurna untuk Node.js.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KENAPA MONGODB?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nota/02-kenapa-mongodb.md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SQL berbanding NoSQL (MongoDB).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04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Aspek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SQL (MySQL/PostgreSQL)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NoSQL — MongoDB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Struktur data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Jadual, baris, lajur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Dokumen JSON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Skema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Tetap &amp; ketat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Fleksibel (boleh berubah)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Hubungan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JOIN antara jadual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Dokumen bersarang / rujukan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Skala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Menegak (server lebih besar)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Mendatar (banyak server) mudah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Sesuai untuk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Data sangat relational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Data fleksibel, JSON, berkembang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517136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4517136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517136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MongoDB simpan dokumen JSON — sepadan dengan objek JavaScript. SQL &amp; NoSQL ialah alat berbeza untuk masalah berbeza.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BILA GUNA MONGODB?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Use cases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Sesuai — dan kurang sesuai.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✅ Sangat sesuai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Skema yang berubah-ubah · data JSON (REST API) · prototaip pantas · sistem kandungan (CMS) &amp; katalog · analitik masa nyata &amp; log · IoT · data bersarang/hierarki.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⚠️ Kurang sesuai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Data sangat relational dengan banyak JOIN kompleks &amp; ACID ketat (cth: lejar kewangan) → SQL lebih sesuai.
(MongoDB moden kini menyokong transaksi multi-dokumen.)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Satu aduan = satu dokumen dengan medan pelbagai yang boleh berkembang → padanan baik untuk MongoDB.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KENAPA STACK INI?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nota/01–03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1 &amp; 12 · ⚠️ kurang sesuai untuk kerja berat CPU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Kenapa Node.js + MongoDB?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Satu bahasa (JavaScript) depan &amp; belakang · I/O tak menyekat (banyak pengguna serentak) · pantas (V8) · ekosistem npm terbesar.
Sesuai: API, aplikasi masa nyata, sistem banyak I/O seperti portal aduan.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Simpan dokumen JSON (sepadan dengan objek JavaScript) · skema fleksibel · mudah skala mendatar.
Sesuai: data yang berubah, JSON, prototaip pantas, CRUD &amp; CMS.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JSON hujung ke hujung: pelayar → Node.js → MongoDB tanpa "terjemahan" antara lapisan — pembangunan lebih pantas.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TERBUKTI DALAM PENGELUARAN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Sumber &amp; butiran: nota/03-nodejs-dan-mongodb.md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Syarikat besar guna banyak teknologi (polyglot)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Digunakan oleh syarikat sebenar.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Guna 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Netflix — UI, masa permulaan ~70% lebih laju · PayPal — respons 35% lebih laju, pasukan lebih kecil · LinkedIn — backend mudah alih · Uber · Walmart · NASA.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Guna MongoDB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eBay — katalog produk · Forbes — CMS, 120 juta+ pelawat · Adobe — Experience Manager · SAP · Coinbase · Toyota.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eBay menggunakan kedua-duanya — gabungan Node.js + MongoDB ialah asas stack MEAN / MERN yang digunakan oleh ribuan sistem.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DOMAIN PROJEK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Inspirasi: kpdn.gov.my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Aduan harga, barang kawalan, penyukatan, penipuan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Entiti utama: Aduan pengguna KPDN.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04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Medan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Jenis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Penerangan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noAduan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String (unik)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Nombor rujukan automatik — ADN-2026-0001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namaPengadu, noIc, telefon, email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String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Maklumat pengadu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kategori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enum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Harga Tidak Berpatutan, Barang Kawalan, dll.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premis, lokasi, butiran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String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Maklumat 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enum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Baru → Dalam Siasatan → Selesai / Ditolak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HARI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Hari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Persediaan → pelayan pertama → sambungan pangkalan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Persediaan &amp; Asas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Pasang alat, fahami asas JavaScript untuk pelayan, dan bina rangka Express + EJS yang bersambung ke MongoDB.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UNTUK YANG SUDAH KENAL LARAVEL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hari-1/README.md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Falsafah: full-stack vs minimalis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Node.js (Express) vs Laravel.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889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Konsep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Laravel (PHP)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Node.js + Express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Routing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Route::get()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router.get()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Controller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App\Http\Controllers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controllers/*.js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Model / ORM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Eloquent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Mongoose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View / templat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Blade (.blade.php)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EJS (.ejs)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Middleware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app/Http/Middleware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app.use()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Pengurus pakej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Composer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npm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Jalankan pelayan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php artisan serve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npm run dev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065776"/>
            <a:ext cx="82296" cy="100584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5065776"/>
            <a:ext cx="10975543" cy="1005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065776"/>
            <a:ext cx="10600639" cy="10058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Corak MVC sama — yang berubah hanyalah sintaks &amp; ekosistem. Laravel "lengkap" (banyak terbina dalam); Express "minimalis" (pilih sendiri). Kenal Laravel = anda sudah faham sebahagian besar konsep.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PERSEDIAAN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Langkah persediaan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Tiada pemasangan pangkalan data tempatan diperlukan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Tiga alat utama sebelum mula.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Node.js (LTS)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Sahkan dengan node -v dan npm -v. npm datang bersama Node.js.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930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6234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VS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6234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Editor kod + sambungan: ESLint, Prettier, EJS, DotENV.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2932" y="265176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9236" y="279806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MongoDB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9236" y="318211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Cluster percuma di awan. Cipta pengguna DB, benarkan IP, salin connection string.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PERSEDIAAN WINDOWS — TEMPATAN (BAB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nota/07-setup-windows.md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Untuk pelajar Windows · Buku Bab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Pasang di Windows — empat perisian.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1 · Node.js + npm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nodejs.org → pemasang .msi LTS · tandakan Add to PATH · sahkan node -v.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1679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7983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2 · VS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Pemasang Windows + sambungan: ESLint, Prettier, EJS, DotENV, MongoDB.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2735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3 · MongoDB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2735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Community Server .msi · Install as a Service (auto-run) di localhost:27017.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1183" y="2651760"/>
            <a:ext cx="2613583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7487" y="2798064"/>
            <a:ext cx="2320975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4 · MongoDB Compass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487" y="3182112"/>
            <a:ext cx="2320975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GUI untuk lihat data · Connect ke mongodb://localhost:27017.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Tutorial penuh + pautan visual rasmi (dengan tangkapan skrin): nota/07-setup-windows.md · Connection string tempatan: mongodb://localhost:27017/aduan_kpdn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ASAS JAVASCRIPT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Asas bahasa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async/await ialah kunci untuk MongoDB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Empat konsep yang akan digunakan setiap hari.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301294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279349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1) const / let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nama = "KPDN";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2) Arrow function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tambah = (a, b) =&gt; a + b;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3) async / await — untuk operasi pangkalan data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async function muatAduan()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senarai = await Aduan.find();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return senarai;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4) Modul CommonJS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module.exports = muatAduan;     // eksport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fn = require("./fail");   // import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KONVENSYEN PENAMAAN (BAB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nota/06-konvensyen-penamaan.md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Buku Bab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camelCase, PascalCase, UPPER_SNAKE.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95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Jenis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Gaya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Contoh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Variable &amp; fungsi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camelCase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namaPengadu, getAduanById()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Kelas &amp; model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PascalCase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Aduan, AduanController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Pemalar &amp; env var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UPPER_SNAKE_CASE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MONGODB_URI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Medan MongoDB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camelCase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namaPengadu, createdAt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Koleksi MongoDB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huruf kecil, jamak (auto)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Fail / folder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kebab-case / huruf kecil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aduan-controller.js, controllers/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791455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4791455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791455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Node.js + MongoDB → guna camelCase hujung ke hujung (dokumen = objek JS). snake_case untuk SQL. Yang penting: konsisten + kuatkuasa dengan ESLint/Prettier.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Jalankan dengan npm run dev (nodemon)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Pelayan Express pertama.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76352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5440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npm init -y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npm install express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npm install --save-dev nodemon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598164"/>
            <a:ext cx="11057839" cy="2075688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707891"/>
            <a:ext cx="10728655" cy="1856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express = require("express");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app = express();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app.get("/",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res.send("Helo KPDN!");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app.listen(3000, ()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console.log("Pelayan di http://localhost:3000");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PENGURUS PAKEJ (BAB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nota/04-pengurus-pakej.md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Kursus guna npm · Buku Bab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npm, pnpm, Yarn, Bun.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163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Alat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Kekuatan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Fail lock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npm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Lalai bersama Node.js · universal · paling biasa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package-lock.json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Yarn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Pantas · workspaces (monorepo)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yarn.lock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pnpm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Jimat cakera (hard link) · pantas · ketat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pnpm-lock.yaml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16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Bun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Sangat pantas · runtime + pemasang + bundler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bun.lockb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242816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4242816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242816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npx jalankan pakej tanpa pasang global: npx &lt;pkg&gt; · setara: yarn dlx · pnpm dlx · bunx. Guna satu pengurus setiap projek (satu fail lock).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EJS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layout.ejs = rangka; views = kandungan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Paparan EJS +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1888236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16687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expressLayouts = require("express-ejs-layouts");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app.set("view engine", "ejs");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app.use(expressLayouts);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app.set("layout", "layout");      // views/layout.ejs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app.get("/",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res.render("index", { title: "Selamat Datang"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722876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4722876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722876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EJS membenarkan kita selit data ke dalam HTML: &lt;%= title %&gt; dan ulangan dengan &lt;% senarai.forEach(...) %&gt;.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Connection string disimpan dalam .env (MONGODB_URI)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Sambung ke MongoDB Atlas.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2825496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config/db.js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mongoose = require("mongoose");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async function connectDB()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try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await mongoose.connect(process.env.MONGODB_URI);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console.log("✅ Berjaya sambung ke MongoDB");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} catch (error)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console.error("❌ Gagal sambung:", error.message);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process.exit(1);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module.exports = connectDB;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HARI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Hari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Model → Controller → Route →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Model, Pangkalan Data &amp;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Bina model Mongoose, susun kod ikut corak MVC, dan laksanakan operasi Cipta (Create) dan Baca (Read) dengan borang, validasi, dan carian.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CORAK MVC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Seni bina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Mudah diuji, mudah diselenggara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Pisahkan tanggungjawab: Model, View, Controller.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2834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Permintaan (Browser)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11296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77056" y="2651760"/>
            <a:ext cx="10515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77056" y="2651760"/>
            <a:ext cx="105156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Route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4104" y="2651760"/>
            <a:ext cx="1645920" cy="502920"/>
          </a:xfrm>
          <a:prstGeom prst="roundRect">
            <a:avLst>
              <a:gd name="adj" fmla="val 12000"/>
            </a:avLst>
          </a:prstGeom>
          <a:solidFill>
            <a:srgbClr val="E6F4F1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2651760"/>
            <a:ext cx="16459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Controller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9752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25512" y="2651760"/>
            <a:ext cx="2359152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25512" y="2651760"/>
            <a:ext cx="2359152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Model (Mongoose)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models/Aduan.js — struktur data &amp; peraturan.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9930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6234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Controller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6234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controllers/ — logik setiap operasi.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2932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9236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9236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views/ — paparan HTML (EJS).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Mongoose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Skema = struktur + validasi + nilai lalai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Model Mongoose untuk Aduan.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226314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204368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aduanSchema = new mongoose.Schema({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noAduan: { type: String, unique: true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namaPengadu: { type: String, required: [true, "Nama wajib diisi"]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kategori: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type: String,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enum: { values: KATEGORI, message: 'Kategori "{VALUE}" tidak sah'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status: { type: String, enum: STATUS, default: "Baru"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}, { timestamps: true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module.exports = mongoose.model("Aduan", aduanSchema);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async/await + req.query + req.body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Controller: Cipta &amp; Baca.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357530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33558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Baca + carian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exports.index = async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{ carian } = req.query;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pertanyaan = {};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if (carian)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pertanyaan.$or = [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  { namaPengadu: { $regex: carian, $options: "i" } },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  // ...boleh tambah noAduan, premis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  ];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}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senaraiAduan = await Aduan.find(pertanyaan).sort({ createdAt: -1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res.render("aduan/index", { senaraiAduan, carian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Cipta aduan baru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exports.store = async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aduan = await Aduan.create(req.body);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res.redirect(`/aduan/${aduan.id}`);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Laluan khusus sebelum laluan dinamik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Susunan laluan penting!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950976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router.get("/aduan", aduan.index);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router.get("/aduan/create", aduan.create); // SEBELUM /aduan/:id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router.post("/aduan", aduan.store);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router.get("/aduan/:id", aduan.show);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85615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3785615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785615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Nota: /aduan/create mesti didaftar sebelum /aduan/:id, jika tidak Express akan anggap "create" sebagai satu :id.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4–7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Cipta + Baca siap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Senarai, daftar, papar butiran berfungsi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Borang, validasi, carian &amp; seeder.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Borang &amp; validasi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Hantar data borang dengan express.urlencoded. Jika validasi gagal, papar semula borang dengan mesej ralat &amp; nilai asal.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Carian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Tapis senarai dengan $regex + $or pada nama, no. aduan, atau premis.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67258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Seeder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5663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npm run seed isi data contoh: deleteMany() kemudian create() dalam gelung.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6431" y="452628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2735" y="467258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Auto noAduan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2735" y="505663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Hook pre("save") jana ADN-2026-0001 secara automatik.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HARI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Hari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Update → Delete → API →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CRUD Lengkap, REST API &amp; Deploy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Lengkapkan Kemaskini &amp; Padam, tambah mesej flash dan papan pemuka, bina REST API JSON, dan naikkan aplikasi ke hosting awan.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Update &amp;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?_method=PUT atau ?_method=DELETE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Kemaskini dengan method-override.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651760"/>
            <a:ext cx="11057839" cy="512064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66371"/>
                </a:solidFill>
                <a:latin typeface="Inter"/>
              </a:rPr>
              <a:t>Borang HTML hanya menyokong GET &amp; POST. Untuk hantar PUT/DELETE, kita "tukar" kaedah: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273552"/>
            <a:ext cx="11057839" cy="576072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8655" cy="35661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methodOverride = require("method-override");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app.use(methodOverride("_method"));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032504"/>
            <a:ext cx="11057839" cy="76352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142232"/>
            <a:ext cx="10728655" cy="5440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&lt;form method="POST" action="/aduan/123?_method=PUT"&gt;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&lt;!-- medan borang --&gt;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Maklum balas sekali papar selepas tindakan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Mesej flash selepas redirect.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2825496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260603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session = require("express-session");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const flash = require("connect-flash");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app.use(session({ secret: process.env.SESSION_SECRET, resave: false, saveUninitialized: false }));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app.use(flash());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app.use((req, res, next)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res.locals.jaya = req.flash("jaya");   // mesej berjaya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res.locals.gagal = req.flash("gagal"); // mesej gagal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next();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// Dalam controller: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req.flash("jaya", "Aduan berjaya dikemaskini.");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Papan pemuka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countDocuments() mengikut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Papan pemuka dengan statistik.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1700784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148132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exports.dashboard = async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jumlah = await Aduan.countDocuments();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baru = await Aduan.countDocuments({ status: "Baru"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siasatan = await Aduan.countDocuments({ status: "Dalam Siasatan"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selesai = await Aduan.countDocuments({ status: "Selesai"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terkini = await Aduan.find().sort({ createdAt: -1 }).limit(5);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res.render("index", { statistik: { jumlah, baru, siasatan, selesai }, terkini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REST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Uji dengan pelayar, curl, atau Thunder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REST API — pulangkan JSON, bukan HTML.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804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Kaedah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Laluan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Fungsi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/api/aduan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Senarai semua 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/api/aduan/:id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Satu 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POST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/api/aduan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Cipta aduan baru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PUT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/api/aduan/:id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Kemaskini 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DELETE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/api/aduan/:id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Padam 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517136"/>
            <a:ext cx="11057839" cy="950976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626864"/>
            <a:ext cx="10728655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exports.index = async (req, res) =&gt; {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const senarai = await Aduan.find().sort({ createdAt: -1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res.json({ jumlah: senarai.length, data: senarai });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};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6 — UJI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snippets/curl-test.sh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Uji API dengan curl.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11057839" cy="1513331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61488"/>
            <a:ext cx="10728655" cy="1293875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# Senarai semua aduan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curl http://localhost:3000/api/aduan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# Cipta aduan baru (JSON)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curl -X POST http://localhost:3000/api/aduan \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-H "Content-Type: application/json" \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E6E8EE"/>
                </a:solidFill>
                <a:latin typeface="Consolas"/>
              </a:rPr>
              <a:t>  -d '{"namaPengadu":"Ali","noIc":"900101145566","telefon":"0123456789","kategori":"Barang Kawalan","premis":"Kedai A","lokasi":"Kedah","butiran":"Stok gas habis"}'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47972"/>
            <a:ext cx="82296" cy="54864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" y="4347972"/>
            <a:ext cx="10975543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347972"/>
            <a:ext cx="10600639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Lihat folder hari-3/snippets/ untuk skrip ujian siap pakai.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LANGKAH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Gunakan PORT dari process.env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Naik ke awan (deploy).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2121408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51760"/>
            <a:ext cx="212140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Push ke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98064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63824" y="2651760"/>
            <a:ext cx="2834640" cy="502920"/>
          </a:xfrm>
          <a:prstGeom prst="roundRect">
            <a:avLst>
              <a:gd name="adj" fmla="val 12000"/>
            </a:avLst>
          </a:prstGeom>
          <a:solidFill>
            <a:srgbClr val="E6F4F1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3824" y="2651760"/>
            <a:ext cx="28346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Render (Web 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651760"/>
            <a:ext cx="32004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566371"/>
                </a:solidFill>
                <a:latin typeface="Inter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2651760"/>
            <a:ext cx="2002536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651760"/>
            <a:ext cx="2002536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212B"/>
                </a:solidFill>
                <a:latin typeface="Inter"/>
              </a:rPr>
              <a:t>MongoDB Atlas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.gitignore tolak node_modules &amp; .env.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9930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6234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6234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Build: npm install · Start: npm start. Set env: MONGODB_URI, SESSION_SECRET.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2932" y="3383280"/>
            <a:ext cx="3551834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9236" y="3529584"/>
            <a:ext cx="325922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Atlas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3913632"/>
            <a:ext cx="3259226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Network Access: benarkan 0.0.0.0/0 supaya pelayan awan boleh sambung.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PILIHAN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nota/05-deployment.md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Hari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Banyak platform — pilih satu.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956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5946"/>
                <a:gridCol w="3685946"/>
                <a:gridCol w="3685947"/>
              </a:tblGrid>
              <a:tr h="27954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Platform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Jenis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Sesuai untuk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Render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Pemula — percuma, mudah (disyorkan kursus)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Railway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PaaS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Mudah, pengalaman pembangun baik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Fly.io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PaaS / kontena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Aplikasi global berasaskan Docker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Vercel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Serverless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Next.js/serverless; Express sebagai function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VPS + PM2 + Nginx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Pelayan maya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Kawalan penuh (DigitalOcean, AWS EC2)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79545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Docker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Kontena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Persekitaran konsisten, "build once, run anywhere"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4791455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" y="4791455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4791455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Semua berpasangan dengan MongoDB Atlas. Konsep teras: environment variables, process.env.PORT, dan build/start command.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DEPLOYMENT DI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Latar belakang: nota/05-deployment.md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Hari 3 · enterprise / skala besar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AWS — pilihan berskala besar.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Jalankan Node.js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Elastic Beanstalk — PaaS, paling mudah · App Runner — kontena terurus · Lightsail — VPS mudah · EC2 — kawalan penuh (+ PM2/Nginx) · Lambda + API Gateway — serverless · ECS / Fargate — Docker.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2651760"/>
            <a:ext cx="5428335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2735" y="2798064"/>
            <a:ext cx="5135727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212B"/>
                </a:solidFill>
                <a:latin typeface="Inter"/>
              </a:rPr>
              <a:t>MongoDB di AWS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182112"/>
            <a:ext cx="5135727" cy="1033271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566371"/>
                </a:solidFill>
                <a:latin typeface="Inter"/>
              </a:rPr>
              <a:t>MongoDB Atlas (di AWS) — terurus, disyorkan · Amazon DocumentDB — serasi dengan MongoDB (API-compatible) · MongoDB di EC2 — pasang &amp; urus sendiri.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526280"/>
            <a:ext cx="82296" cy="768096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24" y="4526280"/>
            <a:ext cx="10975543" cy="76809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526280"/>
            <a:ext cx="10600639" cy="7680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566371"/>
                </a:solidFill>
                <a:latin typeface="Inter"/>
              </a:rPr>
              <a:t>AWS lebih berkuasa tetapi kompleks. Pemula: mula dengan Render + Atlas; masuk AWS melalui Elastic Beanstalk + Atlas / DocumentDB.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0F766E"/>
                </a:solidFill>
                <a:latin typeface="Inter"/>
              </a:rPr>
              <a:t>RINGKASAN KONSEP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Peta CRUD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66371"/>
                </a:solidFill>
                <a:latin typeface="Inter"/>
              </a:rPr>
              <a:t>Corak yang sama untuk web &amp;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057839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7212B"/>
                </a:solidFill>
                <a:latin typeface="Inter"/>
              </a:rPr>
              <a:t>CRUD dipetakan kepada kaedah HTTP.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651760"/>
          <a:ext cx="11057839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4459"/>
                <a:gridCol w="2764459"/>
                <a:gridCol w="2764459"/>
                <a:gridCol w="2764462"/>
              </a:tblGrid>
              <a:tr h="28041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Operasi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HTTP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Laluan web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12B"/>
                          </a:solidFill>
                          <a:latin typeface="Inter"/>
                        </a:rPr>
                        <a:t>Mongoose</a:t>
                      </a:r>
                    </a:p>
                  </a:txBody>
                  <a:tcPr marT="25400" marB="25400">
                    <a:solidFill>
                      <a:srgbClr val="EDF3F2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Create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POST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Aduan.create()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Read (senarai)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/aduan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Aduan.find()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Read (satu)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GET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Aduan.findById()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Update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PUT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save() / findByIdAndUpdate()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Delete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DELETE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/aduan/:id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566371"/>
                          </a:solidFill>
                          <a:latin typeface="Inter"/>
                        </a:rPr>
                        <a:t>findByIdAndDelete()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99F6E4"/>
                </a:solidFill>
                <a:latin typeface="Inter"/>
              </a:rPr>
              <a:t>PENUTUP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Kursus Node.js 3 Hari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0063" y="6400800"/>
            <a:ext cx="6634703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BFCCD7"/>
                </a:solidFill>
                <a:latin typeface="Inter"/>
              </a:rPr>
              <a:t>Tamat — terima kasih!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86000"/>
            <a:ext cx="1105783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Inter"/>
              </a:rPr>
              <a:t>Anda kini boleh bina &amp; terangkan aplikasi Node.js penuh.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337560"/>
            <a:ext cx="11057839" cy="1188719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BFCCD7"/>
                </a:solidFill>
                <a:latin typeface="Inter"/>
              </a:rPr>
              <a:t>Daripada halaman pertama kepada sistem CRUD lengkap dengan REST API dan deploy. Langkah seterusnya: pengesahan log masuk (auth), muat naik fail, pagination, dan ujian automatik.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663440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663440"/>
            <a:ext cx="95097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Bina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7632" y="4663440"/>
            <a:ext cx="950976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7632" y="4663440"/>
            <a:ext cx="950976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CRUD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88336" y="4663440"/>
            <a:ext cx="804672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88336" y="4663440"/>
            <a:ext cx="804672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4663440"/>
            <a:ext cx="1243584" cy="365760"/>
          </a:xfrm>
          <a:prstGeom prst="roundRect">
            <a:avLst>
              <a:gd name="adj" fmla="val 50000"/>
            </a:avLst>
          </a:prstGeom>
          <a:solidFill>
            <a:srgbClr val="222F3A"/>
          </a:solidFill>
          <a:ln w="12700">
            <a:solidFill>
              <a:srgbClr val="3A4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4663440"/>
            <a:ext cx="124358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Inter"/>
              </a:rPr>
              <a:t>Deploy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